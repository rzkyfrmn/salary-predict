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 Bold"/>
      <p:regular r:id="rId18"/>
    </p:embeddedFont>
    <p:embeddedFont>
      <p:font typeface="Source Sans 3"/>
      <p:regular r:id="rId19"/>
    </p:embeddedFont>
    <p:embeddedFont>
      <p:font typeface="Source Sans 3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40545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SALARYVISION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240384"/>
            <a:ext cx="48176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Aplikasi Web Prediksi Gaji Berbasis Machine Learning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52577" y="2684711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Yusuf Herfa Auliansyah - 15240075 · Rizqi Nuzul Firman - 15240116 · Yusuf Mansur - 15240047 · Mabel Fernanda Carelly - 15240238 · Yogi Aprilianto - 15240173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771748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Latar Belakang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2577" y="1348160"/>
            <a:ext cx="2259137" cy="1546994"/>
          </a:xfrm>
          <a:prstGeom prst="roundRect">
            <a:avLst>
              <a:gd name="adj" fmla="val 1451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1497732"/>
            <a:ext cx="195999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Kurangnya Transparansi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2150" y="2027411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Informasi gaji sering tidak terbuka sehingga sulit membandingkan pasar kerja.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348160"/>
            <a:ext cx="2259137" cy="1546994"/>
          </a:xfrm>
          <a:prstGeom prst="roundRect">
            <a:avLst>
              <a:gd name="adj" fmla="val 1451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6510858" y="1497732"/>
            <a:ext cx="195999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Ekspektasi Tidak Realistis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0858" y="2027411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Pelamar kesulitan menentukan target gaji yang realistis berdasarkan profil.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044726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4102150" y="319429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Kebutuhan Rujukan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2150" y="3504009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Fresh graduate dan job seeker membutuhkan referensi berbasis data.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61286" y="3044726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858" y="319429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Peran Teknologi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10858" y="3504009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dapat memberikan estimasi gaji yang berbasis data historis.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59681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Apa Itu SalaryVision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004343"/>
            <a:ext cx="3019723" cy="17111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2989" y="2063279"/>
            <a:ext cx="471212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SalaryVision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adalah aplikasi web yang memperkirakan potensi gaji tahunan         pengguna berdasarkan profil menggunakan Machine Learning.       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12989" y="2676674"/>
            <a:ext cx="4712122" cy="10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Fungsi utama: estimasi gaji otomatis dan visualisasi hasil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Input: Usia, Tingkat Pendidikan, Pengalaman Kerja, Jenis Kelamin, Jabatan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 Estimasi gaji tahunan yang mudah dipahami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23664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Tujuan Aplikasi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3527" y="1200076"/>
            <a:ext cx="2278187" cy="1585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78350" y="1368698"/>
            <a:ext cx="186474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Membantu Perkiraan Gaji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78350" y="1898377"/>
            <a:ext cx="18647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Memberikan estimasi gaji yang lebih realistis berdasarkan data riil.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236" y="1200076"/>
            <a:ext cx="2278187" cy="1585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87058" y="136869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Gambaran Nilai Pasar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587058" y="1678409"/>
            <a:ext cx="18647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Menjadi referensi bagi pelamar dan profesional untuk melihat posisi pasar.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3527" y="2934742"/>
            <a:ext cx="2278187" cy="15850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78350" y="3103364"/>
            <a:ext cx="186474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Implementasi ML pada Web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78350" y="3633043"/>
            <a:ext cx="18647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Mendemonstrasikan integrasi model prediksi ke antarmuka web modern.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42236" y="2934742"/>
            <a:ext cx="2278187" cy="15850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87058" y="310336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Media Pembelajaran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587058" y="3413075"/>
            <a:ext cx="186474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Menjadi contoh proyek praktis untuk mempelajari prediksi gaji dan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73088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Pengguna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024360"/>
            <a:ext cx="546274" cy="5462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6854" y="2024360"/>
            <a:ext cx="115066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Fresh Graduate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56854" y="2554039"/>
            <a:ext cx="115066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Menentukan ekspektasi gaji awal dan negosiasi pertama yang lebih efektif.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2024360"/>
            <a:ext cx="546274" cy="5462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27797" y="2024360"/>
            <a:ext cx="11506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Job Seeker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27797" y="2334071"/>
            <a:ext cx="115066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Membandingkan tawaran pekerjaan dan memilih posisi sesuai nilai pasar.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2024360"/>
            <a:ext cx="546274" cy="5462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8740" y="2024360"/>
            <a:ext cx="11506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Mahasiswa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8740" y="2334071"/>
            <a:ext cx="1150665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Memahami nilai keterampilan yang sedang dipelajari untuk perencanaan karir.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2024360"/>
            <a:ext cx="546348" cy="5463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9758" y="2024360"/>
            <a:ext cx="115066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HR / Recruiter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69758" y="2554039"/>
            <a:ext cx="115066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Referensi cepat untuk penentuan rentang gaji dan benchmarking posisi.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64158"/>
            <a:ext cx="370582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Fitur Utama SalaryVision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15430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1415430"/>
            <a:ext cx="182500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Prediksi Gaji Otomatis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1725141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Estimasi instan setelah pengguna mengisi profil.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415430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141543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5 Indikator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1725141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Usia, Pendidikan, Pengalaman, Jenis Kelamin, Jabatan — sederhana dan lengkap.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503140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25031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Visualisasi Hasil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2812852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Grafik interaktif menggunakan Chart.js untuk interpretasi cepat.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2503140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250314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Statistik Dataset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2812852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Ringkasan data historis untuk konteks estimasi.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590851"/>
            <a:ext cx="374005" cy="3740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4585" y="359085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Export Hasil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84585" y="3900562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Ekspor hasil prediksi ke gambar atau QR code (html2canvas, QRCode.js).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5464" y="3590851"/>
            <a:ext cx="374005" cy="3740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26472" y="359085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Responsive Design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226472" y="3900562"/>
            <a:ext cx="339395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Antarmuka responsif untuk desktop dan perangkat mobile.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367" y="365968"/>
            <a:ext cx="2525316" cy="258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Teknologi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67" y="1788616"/>
            <a:ext cx="3433539" cy="19456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10708" y="836116"/>
            <a:ext cx="3433539" cy="766539"/>
          </a:xfrm>
          <a:prstGeom prst="roundRect">
            <a:avLst>
              <a:gd name="adj" fmla="val 2150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4820543" y="945952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820543" y="1188169"/>
            <a:ext cx="321386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Salary Prediction Dataset — 6000 baris, format CSV. Sumber data historis untuk model.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10708" y="1683321"/>
            <a:ext cx="3433539" cy="614214"/>
          </a:xfrm>
          <a:prstGeom prst="roundRect">
            <a:avLst>
              <a:gd name="adj" fmla="val 268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4820543" y="1793156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20543" y="2035373"/>
            <a:ext cx="3213869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CSS3, JavaScript — antarmuka modern, tema gelap premium.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10708" y="2378199"/>
            <a:ext cx="3433539" cy="766539"/>
          </a:xfrm>
          <a:prstGeom prst="roundRect">
            <a:avLst>
              <a:gd name="adj" fmla="val 2150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4820543" y="2488034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Visualisasi &amp; Export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20543" y="2730252"/>
            <a:ext cx="321386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Chart.js untuk grafik, html2canvas + QRCode.js untuk ekspor dan berbagi.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10708" y="3225403"/>
            <a:ext cx="3433539" cy="766539"/>
          </a:xfrm>
          <a:prstGeom prst="roundRect">
            <a:avLst>
              <a:gd name="adj" fmla="val 2150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4820543" y="3335238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20543" y="3577456"/>
            <a:ext cx="321386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Linear Regression diintegrasikan sebagai layanan prediksi ringan.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0708" y="4072607"/>
            <a:ext cx="3433539" cy="614214"/>
          </a:xfrm>
          <a:prstGeom prst="roundRect">
            <a:avLst>
              <a:gd name="adj" fmla="val 2683"/>
            </a:avLst>
          </a:prstGeom>
          <a:solidFill>
            <a:srgbClr val="444752"/>
          </a:solidFill>
          <a:ln/>
        </p:spPr>
      </p:sp>
      <p:sp>
        <p:nvSpPr>
          <p:cNvPr id="17" name="Text 14"/>
          <p:cNvSpPr/>
          <p:nvPr/>
        </p:nvSpPr>
        <p:spPr>
          <a:xfrm>
            <a:off x="4820543" y="4182442"/>
            <a:ext cx="1292572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20543" y="4424660"/>
            <a:ext cx="3213869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Di-deploy statically via GitHub Pages — mudah diakses dan dipelihara.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2065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Alur Program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07" y="1103337"/>
            <a:ext cx="7837512" cy="2940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5840" y="3230053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Receive &amp; Export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96033" y="3230053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Prepare Visuals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14321" y="3230053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Prediction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32610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Validate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18512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Fill Profile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577" y="4212580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Alur sederhana dan cepat: pengguna memasukkan data → sistem memvalidasi → model memprediksi → hasil divisualisasikan → pengguna dapat menyimpan atau membagikan hasil.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5392" y="562421"/>
            <a:ext cx="322942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Manfaat SalaryVision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515392" y="1126331"/>
            <a:ext cx="331366" cy="331366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991716" y="1176933"/>
            <a:ext cx="2845594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Ekspektasi Gaji yang Lebih Realistis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91716" y="1480393"/>
            <a:ext cx="420789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Membantu pelamar menentukan target gaji berdasarkan data pasar.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15392" y="2004045"/>
            <a:ext cx="331366" cy="331366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991716" y="2054647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Perencanaan Karir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91716" y="2358107"/>
            <a:ext cx="4207892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Menunjukkan bagaimana pengalaman dan pendidikan memengaruhi potensi pendapatan.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5392" y="3115494"/>
            <a:ext cx="331366" cy="331366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991716" y="316609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Referensi Pasar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91716" y="3469556"/>
            <a:ext cx="420789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HR dan recruiter dapat menggunakan sebagai acuan rentang gaji.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5392" y="3993207"/>
            <a:ext cx="331366" cy="331366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991716" y="4043809"/>
            <a:ext cx="1904405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Mudah Diakses &amp; Cepat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91716" y="4347270"/>
            <a:ext cx="420789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Akses lewat web, hasil instan, dan opsi ekspor untuk dokumentasi.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171" y="314771"/>
            <a:ext cx="2551658" cy="247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Kesimpulan &amp; Penutup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156171" y="710133"/>
            <a:ext cx="6831583" cy="88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SalaryVision adalah aplikasi web berbasis Machine Learning yang membantu pengguna     memperkirakan potensi gaji berdasarkan profil. Aplikasi ini memadukan data,     visualisasi, dan antarmuka modern untuk mendukung keputusan karir yang lebih baik.   </a:t>
            </a:r>
            <a:endParaRPr lang="en-US" sz="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TERIMA KASIH     </a:t>
            </a:r>
            <a:endParaRPr lang="en-US" sz="800" dirty="0"/>
          </a:p>
          <a:p>
            <a:pPr algn="l" indent="0" marL="0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SalaryVision — "Predict Your Future Salary Smarter"   </a:t>
            </a:r>
            <a:endParaRPr lang="en-US" sz="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156171" y="1676326"/>
            <a:ext cx="6831583" cy="2925812"/>
          </a:xfrm>
          <a:prstGeom prst="roundRect">
            <a:avLst>
              <a:gd name="adj" fmla="val 539"/>
            </a:avLst>
          </a:prstGeom>
          <a:solidFill>
            <a:srgbClr val="0223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318" y="1815703"/>
            <a:ext cx="131490" cy="10514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55" y="1785789"/>
            <a:ext cx="2109713" cy="2497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7955" y="4366022"/>
            <a:ext cx="6841852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56171" y="4685333"/>
            <a:ext cx="7288783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2026-06-08T14:55:51Z</dcterms:created>
  <dcterms:modified xsi:type="dcterms:W3CDTF">2026-06-08T14:55:51Z</dcterms:modified>
</cp:coreProperties>
</file>